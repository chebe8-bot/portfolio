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58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126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96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03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51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11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90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09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81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7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69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FEEA-727B-45EC-980C-A2A22CF8EF50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B223C-F727-4276-A8B9-52D696EA5F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60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1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9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6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2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5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954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ариша</dc:creator>
  <cp:lastModifiedBy>ариша</cp:lastModifiedBy>
  <cp:revision>1</cp:revision>
  <dcterms:created xsi:type="dcterms:W3CDTF">2026-03-16T07:15:14Z</dcterms:created>
  <dcterms:modified xsi:type="dcterms:W3CDTF">2026-03-16T07:18:17Z</dcterms:modified>
</cp:coreProperties>
</file>